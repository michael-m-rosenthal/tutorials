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 is my first markdown file. Here are somethings I can do with my first markdown file:</a:t>
            </a:r>
          </a:p>
          <a:p>
            <a:pPr lvl="1"/>
            <a:r>
              <a:rPr/>
              <a:t>I can also convert this to docx</a:t>
            </a:r>
          </a:p>
          <a:p>
            <a:pPr lvl="1"/>
            <a:r>
              <a:rPr/>
              <a:t>I can also convert this to powerpoint</a:t>
            </a:r>
          </a:p>
          <a:p>
            <a:pPr lvl="1"/>
            <a:r>
              <a:rPr/>
              <a:t>I can also convert this to pdf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This is the sample mean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t>=</m:t>
                    </m:r>
                    <m:nary>
                      <m:naryPr>
                        <m:chr m:val="∑"/>
                        <m:limLoc m:val="undOvr"/>
                        <m:subHide m:val="0"/>
                        <m:supHide m:val="0"/>
                      </m:naryPr>
                      <m:sub>
                        <m:r>
                          <m:t>i</m:t>
                        </m:r>
                        <m: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n</m:t>
                        </m:r>
                      </m:sup>
                      <m:e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</m:oMath>
                </a14:m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Figure  is Yaupon Holy </a:t>
            </a:r>
            <a:r>
              <a:rPr i="1"/>
              <a:t>Ilex Vomitoria</a:t>
            </a:r>
            <a:r>
              <a:rPr/>
              <a:t>. It is native to North America and it makes a highly caffeinated tea with lots of antioxidants. IT also has less bitter tannins than traditional tea. Despite it’s pointed scientific name, I like it a whole lot.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/images/yaupon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600200"/>
            <a:ext cx="60198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Ilex</a:t>
            </a:r>
            <a:r>
              <a:rPr/>
              <a:t> </a:t>
            </a:r>
            <a:r>
              <a:rPr/>
              <a:t>Vomitoria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2025-11-07T16:56:08Z</dcterms:created>
  <dcterms:modified xsi:type="dcterms:W3CDTF">2025-11-07T16:56:08Z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